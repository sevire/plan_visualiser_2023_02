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Project Timeline - 2024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75657" cy="195942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23232"/>
                </a:solidFill>
              </a:rPr>
              <a:t>Jan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632857" y="1097280"/>
            <a:ext cx="1175657" cy="195942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23232"/>
                </a:solidFill>
              </a:rPr>
              <a:t>Feb</a:t>
            </a:r>
          </a:p>
        </p:txBody>
      </p:sp>
      <p:sp>
        <p:nvSpPr>
          <p:cNvPr id="5" name="Rectangle 4"/>
          <p:cNvSpPr/>
          <p:nvPr/>
        </p:nvSpPr>
        <p:spPr>
          <a:xfrm>
            <a:off x="2808514" y="1097280"/>
            <a:ext cx="1175657" cy="195942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23232"/>
                </a:solidFill>
              </a:rPr>
              <a:t>Mar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984171" y="1097280"/>
            <a:ext cx="1175657" cy="195942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23232"/>
                </a:solidFill>
              </a:rPr>
              <a:t>Apr</a:t>
            </a:r>
          </a:p>
        </p:txBody>
      </p:sp>
      <p:sp>
        <p:nvSpPr>
          <p:cNvPr id="7" name="Rectangle 6"/>
          <p:cNvSpPr/>
          <p:nvPr/>
        </p:nvSpPr>
        <p:spPr>
          <a:xfrm>
            <a:off x="5159828" y="1097280"/>
            <a:ext cx="1175657" cy="195942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23232"/>
                </a:solidFill>
              </a:rPr>
              <a:t>May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5485" y="1097280"/>
            <a:ext cx="1175657" cy="195942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23232"/>
                </a:solidFill>
              </a:rPr>
              <a:t>Jun</a:t>
            </a:r>
          </a:p>
        </p:txBody>
      </p:sp>
      <p:sp>
        <p:nvSpPr>
          <p:cNvPr id="9" name="Rectangle 8"/>
          <p:cNvSpPr/>
          <p:nvPr/>
        </p:nvSpPr>
        <p:spPr>
          <a:xfrm>
            <a:off x="7511142" y="1097280"/>
            <a:ext cx="1175657" cy="195942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23232"/>
                </a:solidFill>
              </a:rPr>
              <a:t>Jul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93222"/>
            <a:ext cx="3526971" cy="156754"/>
          </a:xfrm>
          <a:prstGeom prst="rect">
            <a:avLst/>
          </a:prstGeom>
          <a:solidFill>
            <a:srgbClr val="C8C8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323232"/>
                </a:solidFill>
              </a:rPr>
              <a:t>Q1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84171" y="1293222"/>
            <a:ext cx="4702628" cy="156754"/>
          </a:xfrm>
          <a:prstGeom prst="rect">
            <a:avLst/>
          </a:prstGeom>
          <a:solidFill>
            <a:srgbClr val="DCDCD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323232"/>
                </a:solidFill>
              </a:rPr>
              <a:t>Q2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28354"/>
            <a:ext cx="8229600" cy="627017"/>
          </a:xfrm>
          <a:prstGeom prst="rect">
            <a:avLst/>
          </a:prstGeom>
          <a:solidFill>
            <a:srgbClr val="DCEB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0000"/>
                </a:solidFill>
              </a:rPr>
              <a:t>Development Team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33748"/>
            <a:ext cx="8229600" cy="627017"/>
          </a:xfrm>
          <a:prstGeom prst="rect">
            <a:avLst/>
          </a:prstGeom>
          <a:solidFill>
            <a:srgbClr val="F0DCEB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0000"/>
                </a:solidFill>
              </a:rPr>
              <a:t>QA Team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39142"/>
            <a:ext cx="8229600" cy="627017"/>
          </a:xfrm>
          <a:prstGeom prst="rect">
            <a:avLst/>
          </a:prstGeom>
          <a:solidFill>
            <a:srgbClr val="DCFAEB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0000"/>
                </a:solidFill>
              </a:rPr>
              <a:t>Infrastructure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5028" y="1685108"/>
            <a:ext cx="1763485" cy="274320"/>
          </a:xfrm>
          <a:prstGeom prst="roundRect">
            <a:avLst/>
          </a:prstGeom>
          <a:solidFill>
            <a:srgbClr val="6496C8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000000"/>
                </a:solidFill>
              </a:rPr>
              <a:t>API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8514" y="1685108"/>
            <a:ext cx="2351314" cy="274320"/>
          </a:xfrm>
          <a:prstGeom prst="roundRect">
            <a:avLst/>
          </a:prstGeom>
          <a:solidFill>
            <a:srgbClr val="6496C8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000000"/>
                </a:solidFill>
              </a:rPr>
              <a:t>Backend Development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9828" y="1685108"/>
            <a:ext cx="2939142" cy="274320"/>
          </a:xfrm>
          <a:prstGeom prst="roundRect">
            <a:avLst/>
          </a:prstGeom>
          <a:solidFill>
            <a:srgbClr val="64C89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000000"/>
                </a:solidFill>
              </a:rPr>
              <a:t>Frontend Development</a:t>
            </a:r>
          </a:p>
        </p:txBody>
      </p:sp>
      <p:sp>
        <p:nvSpPr>
          <p:cNvPr id="18" name="Diamond 17"/>
          <p:cNvSpPr/>
          <p:nvPr/>
        </p:nvSpPr>
        <p:spPr>
          <a:xfrm>
            <a:off x="5081451" y="1743891"/>
            <a:ext cx="156754" cy="156754"/>
          </a:xfrm>
          <a:prstGeom prst="diamond">
            <a:avLst/>
          </a:prstGeom>
          <a:solidFill>
            <a:srgbClr val="FFC800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96342" y="2390502"/>
            <a:ext cx="1763485" cy="274320"/>
          </a:xfrm>
          <a:prstGeom prst="roundRect">
            <a:avLst/>
          </a:prstGeom>
          <a:solidFill>
            <a:srgbClr val="FAB464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000000"/>
                </a:solidFill>
              </a:rPr>
              <a:t>Unit Testing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7657" y="2390502"/>
            <a:ext cx="2351314" cy="274320"/>
          </a:xfrm>
          <a:prstGeom prst="roundRect">
            <a:avLst/>
          </a:prstGeom>
          <a:solidFill>
            <a:srgbClr val="FAB464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000000"/>
                </a:solidFill>
              </a:rPr>
              <a:t>Integration Testing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32857" y="3095897"/>
            <a:ext cx="2351314" cy="274320"/>
          </a:xfrm>
          <a:prstGeom prst="roundRect">
            <a:avLst/>
          </a:prstGeom>
          <a:solidFill>
            <a:srgbClr val="B496C8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000000"/>
                </a:solidFill>
              </a:rPr>
              <a:t>Setup CI/CD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5485" y="3095897"/>
            <a:ext cx="1763485" cy="274320"/>
          </a:xfrm>
          <a:prstGeom prst="roundRect">
            <a:avLst/>
          </a:prstGeom>
          <a:solidFill>
            <a:srgbClr val="B496C8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000000"/>
                </a:solidFill>
              </a:rPr>
              <a:t>Deploy Prod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